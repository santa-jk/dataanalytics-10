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61" r:id="rId7"/>
    <p:sldId id="262" r:id="rId8"/>
    <p:sldId id="264" r:id="rId9"/>
    <p:sldId id="265" r:id="rId10"/>
    <p:sldId id="266" r:id="rId11"/>
    <p:sldId id="267" r:id="rId12"/>
  </p:sldIdLst>
  <p:sldSz cx="10080625" cy="7559675"/>
  <p:notesSz cx="7559675" cy="10691495"/>
  <p:embeddedFontLst>
    <p:embeddedFont>
      <p:font typeface="Calibri" panose="020F0502020204030204"/>
      <p:regular r:id="rId16"/>
    </p:embeddedFont>
    <p:embeddedFont>
      <p:font typeface="Verdana" panose="020B0604030504040204"/>
      <p:regular r:id="rId17"/>
      <p:bold r:id="rId18"/>
      <p:italic r:id="rId19"/>
      <p:boldItalic r:id="rId20"/>
    </p:embeddedFont>
    <p:embeddedFont>
      <p:font typeface="Quattrocento Sans" panose="020B0502050000020003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000000"/>
          </p15:clr>
        </p15:guide>
        <p15:guide id="2" pos="2880" userDrawn="1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2160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4" Type="http://schemas.openxmlformats.org/officeDocument/2006/relationships/font" Target="fonts/font9.fntdata"/><Relationship Id="rId23" Type="http://schemas.openxmlformats.org/officeDocument/2006/relationships/font" Target="fonts/font8.fntdata"/><Relationship Id="rId22" Type="http://schemas.openxmlformats.org/officeDocument/2006/relationships/font" Target="fonts/font7.fntdata"/><Relationship Id="rId21" Type="http://schemas.openxmlformats.org/officeDocument/2006/relationships/font" Target="fonts/font6.fntdata"/><Relationship Id="rId20" Type="http://schemas.openxmlformats.org/officeDocument/2006/relationships/font" Target="fonts/font5.fntdata"/><Relationship Id="rId2" Type="http://schemas.openxmlformats.org/officeDocument/2006/relationships/theme" Target="theme/theme1.xml"/><Relationship Id="rId19" Type="http://schemas.openxmlformats.org/officeDocument/2006/relationships/font" Target="fonts/font4.fntdata"/><Relationship Id="rId18" Type="http://schemas.openxmlformats.org/officeDocument/2006/relationships/font" Target="fonts/font3.fntdata"/><Relationship Id="rId17" Type="http://schemas.openxmlformats.org/officeDocument/2006/relationships/font" Target="fonts/font2.fntdata"/><Relationship Id="rId16" Type="http://schemas.openxmlformats.org/officeDocument/2006/relationships/font" Target="fonts/font1.fntdata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1554162" y="841375"/>
            <a:ext cx="5697537" cy="41465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881062" y="5254625"/>
            <a:ext cx="7045325" cy="4976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/>
        </p:txBody>
      </p:sp>
      <p:sp>
        <p:nvSpPr>
          <p:cNvPr id="5" name="Google Shape;5;n"/>
          <p:cNvSpPr txBox="1"/>
          <p:nvPr>
            <p:ph type="hdr" idx="3"/>
          </p:nvPr>
        </p:nvSpPr>
        <p:spPr>
          <a:xfrm>
            <a:off x="0" y="0"/>
            <a:ext cx="3821112" cy="550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6" name="Google Shape;6;n"/>
          <p:cNvSpPr txBox="1"/>
          <p:nvPr>
            <p:ph type="dt" idx="10"/>
          </p:nvPr>
        </p:nvSpPr>
        <p:spPr>
          <a:xfrm>
            <a:off x="4986337" y="0"/>
            <a:ext cx="3821112" cy="550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type="ftr" idx="11"/>
          </p:nvPr>
        </p:nvSpPr>
        <p:spPr>
          <a:xfrm>
            <a:off x="0" y="10510837"/>
            <a:ext cx="3821112" cy="550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type="sldNum" idx="12"/>
          </p:nvPr>
        </p:nvSpPr>
        <p:spPr>
          <a:xfrm>
            <a:off x="4986337" y="10510837"/>
            <a:ext cx="3821112" cy="550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fld>
            <a:endParaRPr lang="en-US" sz="14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:notes"/>
          <p:cNvSpPr txBox="1"/>
          <p:nvPr/>
        </p:nvSpPr>
        <p:spPr>
          <a:xfrm>
            <a:off x="4986337" y="10510837"/>
            <a:ext cx="3821112" cy="550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lang="en-US" sz="1400" b="0" i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0" name="Google Shape;80;p1:notes"/>
          <p:cNvSpPr/>
          <p:nvPr>
            <p:ph type="sldImg" idx="2"/>
          </p:nvPr>
        </p:nvSpPr>
        <p:spPr>
          <a:xfrm>
            <a:off x="1638300" y="841375"/>
            <a:ext cx="5530850" cy="41481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81" name="Google Shape;81;p1:notes"/>
          <p:cNvSpPr txBox="1"/>
          <p:nvPr>
            <p:ph type="body" idx="1"/>
          </p:nvPr>
        </p:nvSpPr>
        <p:spPr>
          <a:xfrm>
            <a:off x="881062" y="5254625"/>
            <a:ext cx="7046912" cy="49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type="body" idx="1"/>
          </p:nvPr>
        </p:nvSpPr>
        <p:spPr>
          <a:xfrm>
            <a:off x="881062" y="5254625"/>
            <a:ext cx="7045325" cy="4976812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7" name="Google Shape;87;p2:notes"/>
          <p:cNvSpPr/>
          <p:nvPr>
            <p:ph type="sldImg" idx="2"/>
          </p:nvPr>
        </p:nvSpPr>
        <p:spPr>
          <a:xfrm>
            <a:off x="1554162" y="841375"/>
            <a:ext cx="5697537" cy="41465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 txBox="1"/>
          <p:nvPr>
            <p:ph type="body" idx="1"/>
          </p:nvPr>
        </p:nvSpPr>
        <p:spPr>
          <a:xfrm>
            <a:off x="881062" y="5254625"/>
            <a:ext cx="7045325" cy="4976812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3" name="Google Shape;93;p3:notes"/>
          <p:cNvSpPr/>
          <p:nvPr>
            <p:ph type="sldImg" idx="2"/>
          </p:nvPr>
        </p:nvSpPr>
        <p:spPr>
          <a:xfrm>
            <a:off x="1554162" y="841375"/>
            <a:ext cx="5697537" cy="41465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:notes"/>
          <p:cNvSpPr txBox="1"/>
          <p:nvPr>
            <p:ph type="body" idx="1"/>
          </p:nvPr>
        </p:nvSpPr>
        <p:spPr>
          <a:xfrm>
            <a:off x="881062" y="5254625"/>
            <a:ext cx="7045325" cy="4976812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1" name="Google Shape;111;p6:notes"/>
          <p:cNvSpPr/>
          <p:nvPr>
            <p:ph type="sldImg" idx="2"/>
          </p:nvPr>
        </p:nvSpPr>
        <p:spPr>
          <a:xfrm>
            <a:off x="1554162" y="841375"/>
            <a:ext cx="5697537" cy="41465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7:notes"/>
          <p:cNvSpPr txBox="1"/>
          <p:nvPr>
            <p:ph type="body" idx="1"/>
          </p:nvPr>
        </p:nvSpPr>
        <p:spPr>
          <a:xfrm>
            <a:off x="881062" y="5254625"/>
            <a:ext cx="7045325" cy="4976812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7" name="Google Shape;117;p7:notes"/>
          <p:cNvSpPr/>
          <p:nvPr>
            <p:ph type="sldImg" idx="2"/>
          </p:nvPr>
        </p:nvSpPr>
        <p:spPr>
          <a:xfrm>
            <a:off x="1554162" y="841375"/>
            <a:ext cx="5697537" cy="41465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9:notes"/>
          <p:cNvSpPr txBox="1"/>
          <p:nvPr>
            <p:ph type="body" idx="1"/>
          </p:nvPr>
        </p:nvSpPr>
        <p:spPr>
          <a:xfrm>
            <a:off x="881062" y="5254625"/>
            <a:ext cx="7045325" cy="4976812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9" name="Google Shape;129;p9:notes"/>
          <p:cNvSpPr/>
          <p:nvPr>
            <p:ph type="sldImg" idx="2"/>
          </p:nvPr>
        </p:nvSpPr>
        <p:spPr>
          <a:xfrm>
            <a:off x="1554162" y="841375"/>
            <a:ext cx="5697537" cy="41465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0:notes"/>
          <p:cNvSpPr txBox="1"/>
          <p:nvPr>
            <p:ph type="body" idx="1"/>
          </p:nvPr>
        </p:nvSpPr>
        <p:spPr>
          <a:xfrm>
            <a:off x="881062" y="5254625"/>
            <a:ext cx="7045325" cy="4976812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5" name="Google Shape;135;p10:notes"/>
          <p:cNvSpPr/>
          <p:nvPr>
            <p:ph type="sldImg" idx="2"/>
          </p:nvPr>
        </p:nvSpPr>
        <p:spPr>
          <a:xfrm>
            <a:off x="1554162" y="841375"/>
            <a:ext cx="5697537" cy="41465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1:notes"/>
          <p:cNvSpPr txBox="1"/>
          <p:nvPr>
            <p:ph type="body" idx="1"/>
          </p:nvPr>
        </p:nvSpPr>
        <p:spPr>
          <a:xfrm>
            <a:off x="881062" y="5254625"/>
            <a:ext cx="7045325" cy="4976812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1" name="Google Shape;141;p11:notes"/>
          <p:cNvSpPr/>
          <p:nvPr>
            <p:ph type="sldImg" idx="2"/>
          </p:nvPr>
        </p:nvSpPr>
        <p:spPr>
          <a:xfrm>
            <a:off x="1554162" y="841375"/>
            <a:ext cx="5697537" cy="41465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2:notes"/>
          <p:cNvSpPr txBox="1"/>
          <p:nvPr>
            <p:ph type="body" idx="1"/>
          </p:nvPr>
        </p:nvSpPr>
        <p:spPr>
          <a:xfrm>
            <a:off x="881062" y="5254625"/>
            <a:ext cx="7045325" cy="4976812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7" name="Google Shape;147;p12:notes"/>
          <p:cNvSpPr/>
          <p:nvPr>
            <p:ph type="sldImg" idx="2"/>
          </p:nvPr>
        </p:nvSpPr>
        <p:spPr>
          <a:xfrm>
            <a:off x="1554162" y="841375"/>
            <a:ext cx="5697537" cy="41465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4"/>
          <p:cNvSpPr txBox="1"/>
          <p:nvPr>
            <p:ph type="ctrTitle"/>
          </p:nvPr>
        </p:nvSpPr>
        <p:spPr>
          <a:xfrm>
            <a:off x="755650" y="2347913"/>
            <a:ext cx="8569325" cy="1620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4"/>
          <p:cNvSpPr txBox="1"/>
          <p:nvPr>
            <p:ph type="subTitle" idx="1"/>
          </p:nvPr>
        </p:nvSpPr>
        <p:spPr>
          <a:xfrm>
            <a:off x="1512888" y="4283075"/>
            <a:ext cx="7056437" cy="1931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>
              <a:lnSpc>
                <a:spcPct val="102000"/>
              </a:lnSpc>
              <a:spcBef>
                <a:spcPts val="1565"/>
              </a:spcBef>
              <a:spcAft>
                <a:spcPts val="0"/>
              </a:spcAft>
              <a:buSzPts val="2700"/>
              <a:buNone/>
              <a:defRPr/>
            </a:lvl2pPr>
            <a:lvl3pPr lvl="2" algn="ctr">
              <a:lnSpc>
                <a:spcPct val="102000"/>
              </a:lnSpc>
              <a:spcBef>
                <a:spcPts val="1250"/>
              </a:spcBef>
              <a:spcAft>
                <a:spcPts val="0"/>
              </a:spcAft>
              <a:buSzPts val="2200"/>
              <a:buNone/>
              <a:defRPr/>
            </a:lvl3pPr>
            <a:lvl4pPr lvl="3" algn="ctr">
              <a:lnSpc>
                <a:spcPct val="102000"/>
              </a:lnSpc>
              <a:spcBef>
                <a:spcPts val="940"/>
              </a:spcBef>
              <a:spcAft>
                <a:spcPts val="0"/>
              </a:spcAft>
              <a:buSzPts val="2200"/>
              <a:buNone/>
              <a:defRPr/>
            </a:lvl4pPr>
            <a:lvl5pPr lvl="4" algn="ctr">
              <a:lnSpc>
                <a:spcPct val="102000"/>
              </a:lnSpc>
              <a:spcBef>
                <a:spcPts val="625"/>
              </a:spcBef>
              <a:spcAft>
                <a:spcPts val="0"/>
              </a:spcAft>
              <a:buSzPts val="2200"/>
              <a:buNone/>
              <a:defRPr/>
            </a:lvl5pPr>
            <a:lvl6pPr lvl="5" algn="ctr">
              <a:lnSpc>
                <a:spcPct val="102000"/>
              </a:lnSpc>
              <a:spcBef>
                <a:spcPts val="315"/>
              </a:spcBef>
              <a:spcAft>
                <a:spcPts val="0"/>
              </a:spcAft>
              <a:buSzPts val="2200"/>
              <a:buNone/>
              <a:defRPr/>
            </a:lvl6pPr>
            <a:lvl7pPr lvl="6" algn="ctr">
              <a:lnSpc>
                <a:spcPct val="102000"/>
              </a:lnSpc>
              <a:spcBef>
                <a:spcPts val="315"/>
              </a:spcBef>
              <a:spcAft>
                <a:spcPts val="0"/>
              </a:spcAft>
              <a:buSzPts val="2200"/>
              <a:buNone/>
              <a:defRPr/>
            </a:lvl7pPr>
            <a:lvl8pPr lvl="7" algn="ctr">
              <a:lnSpc>
                <a:spcPct val="102000"/>
              </a:lnSpc>
              <a:spcBef>
                <a:spcPts val="315"/>
              </a:spcBef>
              <a:spcAft>
                <a:spcPts val="0"/>
              </a:spcAft>
              <a:buSzPts val="2200"/>
              <a:buNone/>
              <a:defRPr/>
            </a:lvl8pPr>
            <a:lvl9pPr lvl="8" algn="ctr">
              <a:lnSpc>
                <a:spcPct val="102000"/>
              </a:lnSpc>
              <a:spcBef>
                <a:spcPts val="315"/>
              </a:spcBef>
              <a:spcAft>
                <a:spcPts val="315"/>
              </a:spcAft>
              <a:buSzPts val="2200"/>
              <a:buNone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type="dt" idx="10"/>
          </p:nvPr>
        </p:nvSpPr>
        <p:spPr>
          <a:xfrm>
            <a:off x="503237" y="7007225"/>
            <a:ext cx="23495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4"/>
          <p:cNvSpPr txBox="1"/>
          <p:nvPr>
            <p:ph type="sldNum" idx="12"/>
          </p:nvPr>
        </p:nvSpPr>
        <p:spPr>
          <a:xfrm>
            <a:off x="7223125" y="7007225"/>
            <a:ext cx="23495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  <a:defRPr sz="1800" b="0" i="0" u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  <a:defRPr sz="1800" b="0" i="0" u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  <a:defRPr sz="1800" b="0" i="0" u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  <a:defRPr sz="1800" b="0" i="0" u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  <a:defRPr sz="1800" b="0" i="0" u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  <a:defRPr sz="1800" b="0" i="0" u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  <a:defRPr sz="1800" b="0" i="0" u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  <a:defRPr sz="1800" b="0" i="0" u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  <a:defRPr sz="1800" b="0" i="0" u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5"/>
          <p:cNvSpPr txBox="1"/>
          <p:nvPr>
            <p:ph type="title"/>
          </p:nvPr>
        </p:nvSpPr>
        <p:spPr>
          <a:xfrm>
            <a:off x="503237" y="303212"/>
            <a:ext cx="9069387" cy="12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5"/>
          <p:cNvSpPr txBox="1"/>
          <p:nvPr>
            <p:ph type="body" idx="1"/>
          </p:nvPr>
        </p:nvSpPr>
        <p:spPr>
          <a:xfrm>
            <a:off x="503237" y="1768475"/>
            <a:ext cx="9069387" cy="4987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2000"/>
              </a:lnSpc>
              <a:spcBef>
                <a:spcPts val="1565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102000"/>
              </a:lnSpc>
              <a:spcBef>
                <a:spcPts val="125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2000"/>
              </a:lnSpc>
              <a:spcBef>
                <a:spcPts val="94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102000"/>
              </a:lnSpc>
              <a:spcBef>
                <a:spcPts val="625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228600" algn="l">
              <a:lnSpc>
                <a:spcPct val="102000"/>
              </a:lnSpc>
              <a:spcBef>
                <a:spcPts val="315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2000"/>
              </a:lnSpc>
              <a:spcBef>
                <a:spcPts val="315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2000"/>
              </a:lnSpc>
              <a:spcBef>
                <a:spcPts val="315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2000"/>
              </a:lnSpc>
              <a:spcBef>
                <a:spcPts val="315"/>
              </a:spcBef>
              <a:spcAft>
                <a:spcPts val="315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5"/>
          <p:cNvSpPr txBox="1"/>
          <p:nvPr>
            <p:ph type="dt" idx="10"/>
          </p:nvPr>
        </p:nvSpPr>
        <p:spPr>
          <a:xfrm>
            <a:off x="503237" y="7007225"/>
            <a:ext cx="23495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type="sldNum" idx="12"/>
          </p:nvPr>
        </p:nvSpPr>
        <p:spPr>
          <a:xfrm>
            <a:off x="7223125" y="7007225"/>
            <a:ext cx="23495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  <a:defRPr sz="1800" b="0" i="0" u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  <a:defRPr sz="1800" b="0" i="0" u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  <a:defRPr sz="1800" b="0" i="0" u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  <a:defRPr sz="1800" b="0" i="0" u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  <a:defRPr sz="1800" b="0" i="0" u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  <a:defRPr sz="1800" b="0" i="0" u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  <a:defRPr sz="1800" b="0" i="0" u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  <a:defRPr sz="1800" b="0" i="0" u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  <a:defRPr sz="1800" b="0" i="0" u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6"/>
          <p:cNvSpPr txBox="1"/>
          <p:nvPr>
            <p:ph type="title"/>
          </p:nvPr>
        </p:nvSpPr>
        <p:spPr>
          <a:xfrm>
            <a:off x="503238" y="303213"/>
            <a:ext cx="9069387" cy="12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6"/>
          <p:cNvSpPr txBox="1"/>
          <p:nvPr>
            <p:ph type="dt" idx="10"/>
          </p:nvPr>
        </p:nvSpPr>
        <p:spPr>
          <a:xfrm>
            <a:off x="503237" y="7007225"/>
            <a:ext cx="23495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6"/>
          <p:cNvSpPr txBox="1"/>
          <p:nvPr>
            <p:ph type="sldNum" idx="12"/>
          </p:nvPr>
        </p:nvSpPr>
        <p:spPr>
          <a:xfrm>
            <a:off x="7223125" y="7007225"/>
            <a:ext cx="23495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  <a:defRPr sz="1800" b="0" i="0" u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  <a:defRPr sz="1800" b="0" i="0" u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  <a:defRPr sz="1800" b="0" i="0" u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  <a:defRPr sz="1800" b="0" i="0" u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  <a:defRPr sz="1800" b="0" i="0" u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  <a:defRPr sz="1800" b="0" i="0" u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  <a:defRPr sz="1800" b="0" i="0" u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  <a:defRPr sz="1800" b="0" i="0" u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  <a:defRPr sz="1800" b="0" i="0" u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7"/>
          <p:cNvSpPr txBox="1"/>
          <p:nvPr>
            <p:ph type="title"/>
          </p:nvPr>
        </p:nvSpPr>
        <p:spPr>
          <a:xfrm rot="5400000">
            <a:off x="5212557" y="2396332"/>
            <a:ext cx="6453187" cy="2266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type="body" idx="1"/>
          </p:nvPr>
        </p:nvSpPr>
        <p:spPr>
          <a:xfrm rot="5400000">
            <a:off x="601663" y="204788"/>
            <a:ext cx="6453187" cy="6650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2000"/>
              </a:lnSpc>
              <a:spcBef>
                <a:spcPts val="1565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102000"/>
              </a:lnSpc>
              <a:spcBef>
                <a:spcPts val="125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2000"/>
              </a:lnSpc>
              <a:spcBef>
                <a:spcPts val="94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102000"/>
              </a:lnSpc>
              <a:spcBef>
                <a:spcPts val="625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228600" algn="l">
              <a:lnSpc>
                <a:spcPct val="102000"/>
              </a:lnSpc>
              <a:spcBef>
                <a:spcPts val="315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2000"/>
              </a:lnSpc>
              <a:spcBef>
                <a:spcPts val="315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2000"/>
              </a:lnSpc>
              <a:spcBef>
                <a:spcPts val="315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2000"/>
              </a:lnSpc>
              <a:spcBef>
                <a:spcPts val="315"/>
              </a:spcBef>
              <a:spcAft>
                <a:spcPts val="315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7"/>
          <p:cNvSpPr txBox="1"/>
          <p:nvPr>
            <p:ph type="dt" idx="10"/>
          </p:nvPr>
        </p:nvSpPr>
        <p:spPr>
          <a:xfrm>
            <a:off x="503237" y="7007225"/>
            <a:ext cx="23495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7"/>
          <p:cNvSpPr txBox="1"/>
          <p:nvPr>
            <p:ph type="sldNum" idx="12"/>
          </p:nvPr>
        </p:nvSpPr>
        <p:spPr>
          <a:xfrm>
            <a:off x="7223125" y="7007225"/>
            <a:ext cx="23495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  <a:defRPr sz="1800" b="0" i="0" u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  <a:defRPr sz="1800" b="0" i="0" u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  <a:defRPr sz="1800" b="0" i="0" u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  <a:defRPr sz="1800" b="0" i="0" u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  <a:defRPr sz="1800" b="0" i="0" u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  <a:defRPr sz="1800" b="0" i="0" u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  <a:defRPr sz="1800" b="0" i="0" u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  <a:defRPr sz="1800" b="0" i="0" u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  <a:defRPr sz="1800" b="0" i="0" u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8"/>
          <p:cNvSpPr txBox="1"/>
          <p:nvPr>
            <p:ph type="title"/>
          </p:nvPr>
        </p:nvSpPr>
        <p:spPr>
          <a:xfrm>
            <a:off x="503237" y="303212"/>
            <a:ext cx="9069387" cy="12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8"/>
          <p:cNvSpPr txBox="1"/>
          <p:nvPr>
            <p:ph type="body" idx="1"/>
          </p:nvPr>
        </p:nvSpPr>
        <p:spPr>
          <a:xfrm rot="5400000">
            <a:off x="2543968" y="-272256"/>
            <a:ext cx="4987925" cy="9069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2000"/>
              </a:lnSpc>
              <a:spcBef>
                <a:spcPts val="1565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102000"/>
              </a:lnSpc>
              <a:spcBef>
                <a:spcPts val="125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2000"/>
              </a:lnSpc>
              <a:spcBef>
                <a:spcPts val="94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102000"/>
              </a:lnSpc>
              <a:spcBef>
                <a:spcPts val="625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228600" algn="l">
              <a:lnSpc>
                <a:spcPct val="102000"/>
              </a:lnSpc>
              <a:spcBef>
                <a:spcPts val="315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2000"/>
              </a:lnSpc>
              <a:spcBef>
                <a:spcPts val="315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2000"/>
              </a:lnSpc>
              <a:spcBef>
                <a:spcPts val="315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2000"/>
              </a:lnSpc>
              <a:spcBef>
                <a:spcPts val="315"/>
              </a:spcBef>
              <a:spcAft>
                <a:spcPts val="315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type="dt" idx="10"/>
          </p:nvPr>
        </p:nvSpPr>
        <p:spPr>
          <a:xfrm>
            <a:off x="503237" y="7007225"/>
            <a:ext cx="23495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type="sldNum" idx="12"/>
          </p:nvPr>
        </p:nvSpPr>
        <p:spPr>
          <a:xfrm>
            <a:off x="7223125" y="7007225"/>
            <a:ext cx="23495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  <a:defRPr sz="1800" b="0" i="0" u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  <a:defRPr sz="1800" b="0" i="0" u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  <a:defRPr sz="1800" b="0" i="0" u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  <a:defRPr sz="1800" b="0" i="0" u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  <a:defRPr sz="1800" b="0" i="0" u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  <a:defRPr sz="1800" b="0" i="0" u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  <a:defRPr sz="1800" b="0" i="0" u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  <a:defRPr sz="1800" b="0" i="0" u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  <a:defRPr sz="1800" b="0" i="0" u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9"/>
          <p:cNvSpPr txBox="1"/>
          <p:nvPr>
            <p:ph type="title"/>
          </p:nvPr>
        </p:nvSpPr>
        <p:spPr>
          <a:xfrm>
            <a:off x="1976438" y="5291138"/>
            <a:ext cx="6048375" cy="625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b" anchorCtr="0">
            <a:noAutofit/>
          </a:bodyPr>
          <a:lstStyle>
            <a:lvl1pPr lv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9"/>
          <p:cNvSpPr/>
          <p:nvPr>
            <p:ph type="pic" idx="2"/>
          </p:nvPr>
        </p:nvSpPr>
        <p:spPr>
          <a:xfrm>
            <a:off x="1976438" y="674688"/>
            <a:ext cx="6048375" cy="4537075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19"/>
          <p:cNvSpPr txBox="1"/>
          <p:nvPr>
            <p:ph type="body" idx="1"/>
          </p:nvPr>
        </p:nvSpPr>
        <p:spPr>
          <a:xfrm>
            <a:off x="1976438" y="5916613"/>
            <a:ext cx="6048375" cy="887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102000"/>
              </a:lnSpc>
              <a:spcBef>
                <a:spcPts val="1565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102000"/>
              </a:lnSpc>
              <a:spcBef>
                <a:spcPts val="125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102000"/>
              </a:lnSpc>
              <a:spcBef>
                <a:spcPts val="94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102000"/>
              </a:lnSpc>
              <a:spcBef>
                <a:spcPts val="625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102000"/>
              </a:lnSpc>
              <a:spcBef>
                <a:spcPts val="315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102000"/>
              </a:lnSpc>
              <a:spcBef>
                <a:spcPts val="315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102000"/>
              </a:lnSpc>
              <a:spcBef>
                <a:spcPts val="315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102000"/>
              </a:lnSpc>
              <a:spcBef>
                <a:spcPts val="315"/>
              </a:spcBef>
              <a:spcAft>
                <a:spcPts val="315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44" name="Google Shape;44;p19"/>
          <p:cNvSpPr txBox="1"/>
          <p:nvPr>
            <p:ph type="dt" idx="10"/>
          </p:nvPr>
        </p:nvSpPr>
        <p:spPr>
          <a:xfrm>
            <a:off x="503237" y="7007225"/>
            <a:ext cx="23495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9"/>
          <p:cNvSpPr txBox="1"/>
          <p:nvPr>
            <p:ph type="sldNum" idx="12"/>
          </p:nvPr>
        </p:nvSpPr>
        <p:spPr>
          <a:xfrm>
            <a:off x="7223125" y="7007225"/>
            <a:ext cx="23495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  <a:defRPr sz="1800" b="0" i="0" u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  <a:defRPr sz="1800" b="0" i="0" u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  <a:defRPr sz="1800" b="0" i="0" u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  <a:defRPr sz="1800" b="0" i="0" u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  <a:defRPr sz="1800" b="0" i="0" u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  <a:defRPr sz="1800" b="0" i="0" u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  <a:defRPr sz="1800" b="0" i="0" u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  <a:defRPr sz="1800" b="0" i="0" u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  <a:defRPr sz="1800" b="0" i="0" u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0"/>
          <p:cNvSpPr txBox="1"/>
          <p:nvPr>
            <p:ph type="title"/>
          </p:nvPr>
        </p:nvSpPr>
        <p:spPr>
          <a:xfrm>
            <a:off x="504825" y="301625"/>
            <a:ext cx="3316288" cy="1279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b" anchorCtr="0">
            <a:noAutofit/>
          </a:bodyPr>
          <a:lstStyle>
            <a:lvl1pPr lv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0"/>
          <p:cNvSpPr txBox="1"/>
          <p:nvPr>
            <p:ph type="body" idx="1"/>
          </p:nvPr>
        </p:nvSpPr>
        <p:spPr>
          <a:xfrm>
            <a:off x="3941763" y="301625"/>
            <a:ext cx="5635625" cy="64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43180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SzPts val="3200"/>
              <a:buChar char="•"/>
              <a:defRPr sz="3200"/>
            </a:lvl1pPr>
            <a:lvl2pPr marL="914400" lvl="1" indent="-406400" algn="l">
              <a:lnSpc>
                <a:spcPct val="102000"/>
              </a:lnSpc>
              <a:spcBef>
                <a:spcPts val="1565"/>
              </a:spcBef>
              <a:spcAft>
                <a:spcPts val="0"/>
              </a:spcAft>
              <a:buSzPts val="2800"/>
              <a:buChar char="–"/>
              <a:defRPr sz="2800"/>
            </a:lvl2pPr>
            <a:lvl3pPr marL="1371600" lvl="2" indent="-381000" algn="l">
              <a:lnSpc>
                <a:spcPct val="102000"/>
              </a:lnSpc>
              <a:spcBef>
                <a:spcPts val="1250"/>
              </a:spcBef>
              <a:spcAft>
                <a:spcPts val="0"/>
              </a:spcAft>
              <a:buSzPts val="2400"/>
              <a:buChar char="•"/>
              <a:defRPr sz="2400"/>
            </a:lvl3pPr>
            <a:lvl4pPr marL="1828800" lvl="3" indent="-355600" algn="l">
              <a:lnSpc>
                <a:spcPct val="102000"/>
              </a:lnSpc>
              <a:spcBef>
                <a:spcPts val="940"/>
              </a:spcBef>
              <a:spcAft>
                <a:spcPts val="0"/>
              </a:spcAft>
              <a:buSzPts val="2000"/>
              <a:buChar char="–"/>
              <a:defRPr sz="2000"/>
            </a:lvl4pPr>
            <a:lvl5pPr marL="2286000" lvl="4" indent="-355600" algn="l">
              <a:lnSpc>
                <a:spcPct val="102000"/>
              </a:lnSpc>
              <a:spcBef>
                <a:spcPts val="625"/>
              </a:spcBef>
              <a:spcAft>
                <a:spcPts val="0"/>
              </a:spcAft>
              <a:buSzPts val="2000"/>
              <a:buChar char="»"/>
              <a:defRPr sz="2000"/>
            </a:lvl5pPr>
            <a:lvl6pPr marL="2743200" lvl="5" indent="-228600" algn="l">
              <a:lnSpc>
                <a:spcPct val="102000"/>
              </a:lnSpc>
              <a:spcBef>
                <a:spcPts val="315"/>
              </a:spcBef>
              <a:spcAft>
                <a:spcPts val="0"/>
              </a:spcAft>
              <a:buSzPts val="1400"/>
              <a:buNone/>
              <a:defRPr sz="2000"/>
            </a:lvl6pPr>
            <a:lvl7pPr marL="3200400" lvl="6" indent="-228600" algn="l">
              <a:lnSpc>
                <a:spcPct val="102000"/>
              </a:lnSpc>
              <a:spcBef>
                <a:spcPts val="315"/>
              </a:spcBef>
              <a:spcAft>
                <a:spcPts val="0"/>
              </a:spcAft>
              <a:buSzPts val="1400"/>
              <a:buNone/>
              <a:defRPr sz="2000"/>
            </a:lvl7pPr>
            <a:lvl8pPr marL="3657600" lvl="7" indent="-228600" algn="l">
              <a:lnSpc>
                <a:spcPct val="102000"/>
              </a:lnSpc>
              <a:spcBef>
                <a:spcPts val="315"/>
              </a:spcBef>
              <a:spcAft>
                <a:spcPts val="0"/>
              </a:spcAft>
              <a:buSzPts val="1400"/>
              <a:buNone/>
              <a:defRPr sz="2000"/>
            </a:lvl8pPr>
            <a:lvl9pPr marL="4114800" lvl="8" indent="-228600" algn="l">
              <a:lnSpc>
                <a:spcPct val="102000"/>
              </a:lnSpc>
              <a:spcBef>
                <a:spcPts val="315"/>
              </a:spcBef>
              <a:spcAft>
                <a:spcPts val="315"/>
              </a:spcAft>
              <a:buSzPts val="1400"/>
              <a:buNone/>
              <a:defRPr sz="2000"/>
            </a:lvl9pPr>
          </a:lstStyle>
          <a:p/>
        </p:txBody>
      </p:sp>
      <p:sp>
        <p:nvSpPr>
          <p:cNvPr id="49" name="Google Shape;49;p20"/>
          <p:cNvSpPr txBox="1"/>
          <p:nvPr>
            <p:ph type="body" idx="2"/>
          </p:nvPr>
        </p:nvSpPr>
        <p:spPr>
          <a:xfrm>
            <a:off x="504825" y="1581150"/>
            <a:ext cx="3316288" cy="517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102000"/>
              </a:lnSpc>
              <a:spcBef>
                <a:spcPts val="1565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102000"/>
              </a:lnSpc>
              <a:spcBef>
                <a:spcPts val="125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102000"/>
              </a:lnSpc>
              <a:spcBef>
                <a:spcPts val="94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102000"/>
              </a:lnSpc>
              <a:spcBef>
                <a:spcPts val="625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102000"/>
              </a:lnSpc>
              <a:spcBef>
                <a:spcPts val="315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102000"/>
              </a:lnSpc>
              <a:spcBef>
                <a:spcPts val="315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102000"/>
              </a:lnSpc>
              <a:spcBef>
                <a:spcPts val="315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102000"/>
              </a:lnSpc>
              <a:spcBef>
                <a:spcPts val="315"/>
              </a:spcBef>
              <a:spcAft>
                <a:spcPts val="315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50" name="Google Shape;50;p20"/>
          <p:cNvSpPr txBox="1"/>
          <p:nvPr>
            <p:ph type="dt" idx="10"/>
          </p:nvPr>
        </p:nvSpPr>
        <p:spPr>
          <a:xfrm>
            <a:off x="503237" y="7007225"/>
            <a:ext cx="23495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0"/>
          <p:cNvSpPr txBox="1"/>
          <p:nvPr>
            <p:ph type="sldNum" idx="12"/>
          </p:nvPr>
        </p:nvSpPr>
        <p:spPr>
          <a:xfrm>
            <a:off x="7223125" y="7007225"/>
            <a:ext cx="23495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  <a:defRPr sz="1800" b="0" i="0" u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  <a:defRPr sz="1800" b="0" i="0" u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  <a:defRPr sz="1800" b="0" i="0" u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  <a:defRPr sz="1800" b="0" i="0" u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  <a:defRPr sz="1800" b="0" i="0" u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  <a:defRPr sz="1800" b="0" i="0" u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  <a:defRPr sz="1800" b="0" i="0" u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  <a:defRPr sz="1800" b="0" i="0" u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  <a:defRPr sz="1800" b="0" i="0" u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1"/>
          <p:cNvSpPr txBox="1"/>
          <p:nvPr>
            <p:ph type="dt" idx="10"/>
          </p:nvPr>
        </p:nvSpPr>
        <p:spPr>
          <a:xfrm>
            <a:off x="503237" y="7007225"/>
            <a:ext cx="23495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1"/>
          <p:cNvSpPr txBox="1"/>
          <p:nvPr>
            <p:ph type="sldNum" idx="12"/>
          </p:nvPr>
        </p:nvSpPr>
        <p:spPr>
          <a:xfrm>
            <a:off x="7223125" y="7007225"/>
            <a:ext cx="23495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  <a:defRPr sz="1800" b="0" i="0" u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  <a:defRPr sz="1800" b="0" i="0" u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  <a:defRPr sz="1800" b="0" i="0" u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  <a:defRPr sz="1800" b="0" i="0" u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  <a:defRPr sz="1800" b="0" i="0" u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  <a:defRPr sz="1800" b="0" i="0" u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  <a:defRPr sz="1800" b="0" i="0" u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  <a:defRPr sz="1800" b="0" i="0" u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  <a:defRPr sz="1800" b="0" i="0" u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2"/>
          <p:cNvSpPr txBox="1"/>
          <p:nvPr>
            <p:ph type="title"/>
          </p:nvPr>
        </p:nvSpPr>
        <p:spPr>
          <a:xfrm>
            <a:off x="503237" y="303212"/>
            <a:ext cx="9069387" cy="12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2"/>
          <p:cNvSpPr txBox="1"/>
          <p:nvPr>
            <p:ph type="dt" idx="10"/>
          </p:nvPr>
        </p:nvSpPr>
        <p:spPr>
          <a:xfrm>
            <a:off x="503237" y="7007225"/>
            <a:ext cx="23495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2"/>
          <p:cNvSpPr txBox="1"/>
          <p:nvPr>
            <p:ph type="sldNum" idx="12"/>
          </p:nvPr>
        </p:nvSpPr>
        <p:spPr>
          <a:xfrm>
            <a:off x="7223125" y="7007225"/>
            <a:ext cx="23495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  <a:defRPr sz="1800" b="0" i="0" u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  <a:defRPr sz="1800" b="0" i="0" u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  <a:defRPr sz="1800" b="0" i="0" u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  <a:defRPr sz="1800" b="0" i="0" u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  <a:defRPr sz="1800" b="0" i="0" u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  <a:defRPr sz="1800" b="0" i="0" u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  <a:defRPr sz="1800" b="0" i="0" u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  <a:defRPr sz="1800" b="0" i="0" u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  <a:defRPr sz="1800" b="0" i="0" u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3"/>
          <p:cNvSpPr txBox="1"/>
          <p:nvPr>
            <p:ph type="title"/>
          </p:nvPr>
        </p:nvSpPr>
        <p:spPr>
          <a:xfrm>
            <a:off x="504825" y="303213"/>
            <a:ext cx="9072563" cy="1258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3"/>
          <p:cNvSpPr txBox="1"/>
          <p:nvPr>
            <p:ph type="body" idx="1"/>
          </p:nvPr>
        </p:nvSpPr>
        <p:spPr>
          <a:xfrm>
            <a:off x="504825" y="1692275"/>
            <a:ext cx="4452938" cy="704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102000"/>
              </a:lnSpc>
              <a:spcBef>
                <a:spcPts val="1565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02000"/>
              </a:lnSpc>
              <a:spcBef>
                <a:spcPts val="125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2000"/>
              </a:lnSpc>
              <a:spcBef>
                <a:spcPts val="94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2000"/>
              </a:lnSpc>
              <a:spcBef>
                <a:spcPts val="625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102000"/>
              </a:lnSpc>
              <a:spcBef>
                <a:spcPts val="315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102000"/>
              </a:lnSpc>
              <a:spcBef>
                <a:spcPts val="315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102000"/>
              </a:lnSpc>
              <a:spcBef>
                <a:spcPts val="315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102000"/>
              </a:lnSpc>
              <a:spcBef>
                <a:spcPts val="315"/>
              </a:spcBef>
              <a:spcAft>
                <a:spcPts val="315"/>
              </a:spcAft>
              <a:buSzPts val="1600"/>
              <a:buNone/>
              <a:defRPr sz="1600" b="1"/>
            </a:lvl9pPr>
          </a:lstStyle>
          <a:p/>
        </p:txBody>
      </p:sp>
      <p:sp>
        <p:nvSpPr>
          <p:cNvPr id="62" name="Google Shape;62;p23"/>
          <p:cNvSpPr txBox="1"/>
          <p:nvPr>
            <p:ph type="body" idx="2"/>
          </p:nvPr>
        </p:nvSpPr>
        <p:spPr>
          <a:xfrm>
            <a:off x="504825" y="2397125"/>
            <a:ext cx="4452938" cy="435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55600" algn="l">
              <a:lnSpc>
                <a:spcPct val="102000"/>
              </a:lnSpc>
              <a:spcBef>
                <a:spcPts val="1565"/>
              </a:spcBef>
              <a:spcAft>
                <a:spcPts val="0"/>
              </a:spcAft>
              <a:buSzPts val="2000"/>
              <a:buChar char="–"/>
              <a:defRPr sz="2000"/>
            </a:lvl2pPr>
            <a:lvl3pPr marL="1371600" lvl="2" indent="-342900" algn="l">
              <a:lnSpc>
                <a:spcPct val="102000"/>
              </a:lnSpc>
              <a:spcBef>
                <a:spcPts val="125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30200" algn="l">
              <a:lnSpc>
                <a:spcPct val="102000"/>
              </a:lnSpc>
              <a:spcBef>
                <a:spcPts val="940"/>
              </a:spcBef>
              <a:spcAft>
                <a:spcPts val="0"/>
              </a:spcAft>
              <a:buSzPts val="1600"/>
              <a:buChar char="–"/>
              <a:defRPr sz="1600"/>
            </a:lvl4pPr>
            <a:lvl5pPr marL="2286000" lvl="4" indent="-330200" algn="l">
              <a:lnSpc>
                <a:spcPct val="102000"/>
              </a:lnSpc>
              <a:spcBef>
                <a:spcPts val="625"/>
              </a:spcBef>
              <a:spcAft>
                <a:spcPts val="0"/>
              </a:spcAft>
              <a:buSzPts val="1600"/>
              <a:buChar char="»"/>
              <a:defRPr sz="1600"/>
            </a:lvl5pPr>
            <a:lvl6pPr marL="2743200" lvl="5" indent="-228600" algn="l">
              <a:lnSpc>
                <a:spcPct val="102000"/>
              </a:lnSpc>
              <a:spcBef>
                <a:spcPts val="315"/>
              </a:spcBef>
              <a:spcAft>
                <a:spcPts val="0"/>
              </a:spcAft>
              <a:buSzPts val="1400"/>
              <a:buNone/>
              <a:defRPr sz="1600"/>
            </a:lvl6pPr>
            <a:lvl7pPr marL="3200400" lvl="6" indent="-228600" algn="l">
              <a:lnSpc>
                <a:spcPct val="102000"/>
              </a:lnSpc>
              <a:spcBef>
                <a:spcPts val="315"/>
              </a:spcBef>
              <a:spcAft>
                <a:spcPts val="0"/>
              </a:spcAft>
              <a:buSzPts val="1400"/>
              <a:buNone/>
              <a:defRPr sz="1600"/>
            </a:lvl7pPr>
            <a:lvl8pPr marL="3657600" lvl="7" indent="-228600" algn="l">
              <a:lnSpc>
                <a:spcPct val="102000"/>
              </a:lnSpc>
              <a:spcBef>
                <a:spcPts val="315"/>
              </a:spcBef>
              <a:spcAft>
                <a:spcPts val="0"/>
              </a:spcAft>
              <a:buSzPts val="1400"/>
              <a:buNone/>
              <a:defRPr sz="1600"/>
            </a:lvl8pPr>
            <a:lvl9pPr marL="4114800" lvl="8" indent="-228600" algn="l">
              <a:lnSpc>
                <a:spcPct val="102000"/>
              </a:lnSpc>
              <a:spcBef>
                <a:spcPts val="315"/>
              </a:spcBef>
              <a:spcAft>
                <a:spcPts val="315"/>
              </a:spcAft>
              <a:buSzPts val="1400"/>
              <a:buNone/>
              <a:defRPr sz="1600"/>
            </a:lvl9pPr>
          </a:lstStyle>
          <a:p/>
        </p:txBody>
      </p:sp>
      <p:sp>
        <p:nvSpPr>
          <p:cNvPr id="63" name="Google Shape;63;p23"/>
          <p:cNvSpPr txBox="1"/>
          <p:nvPr>
            <p:ph type="body" idx="3"/>
          </p:nvPr>
        </p:nvSpPr>
        <p:spPr>
          <a:xfrm>
            <a:off x="5121275" y="1692275"/>
            <a:ext cx="4456113" cy="704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102000"/>
              </a:lnSpc>
              <a:spcBef>
                <a:spcPts val="1565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02000"/>
              </a:lnSpc>
              <a:spcBef>
                <a:spcPts val="125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2000"/>
              </a:lnSpc>
              <a:spcBef>
                <a:spcPts val="94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2000"/>
              </a:lnSpc>
              <a:spcBef>
                <a:spcPts val="625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102000"/>
              </a:lnSpc>
              <a:spcBef>
                <a:spcPts val="315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102000"/>
              </a:lnSpc>
              <a:spcBef>
                <a:spcPts val="315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102000"/>
              </a:lnSpc>
              <a:spcBef>
                <a:spcPts val="315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102000"/>
              </a:lnSpc>
              <a:spcBef>
                <a:spcPts val="315"/>
              </a:spcBef>
              <a:spcAft>
                <a:spcPts val="315"/>
              </a:spcAft>
              <a:buSzPts val="1600"/>
              <a:buNone/>
              <a:defRPr sz="1600" b="1"/>
            </a:lvl9pPr>
          </a:lstStyle>
          <a:p/>
        </p:txBody>
      </p:sp>
      <p:sp>
        <p:nvSpPr>
          <p:cNvPr id="64" name="Google Shape;64;p23"/>
          <p:cNvSpPr txBox="1"/>
          <p:nvPr>
            <p:ph type="body" idx="4"/>
          </p:nvPr>
        </p:nvSpPr>
        <p:spPr>
          <a:xfrm>
            <a:off x="5121275" y="2397125"/>
            <a:ext cx="4456113" cy="435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55600" algn="l">
              <a:lnSpc>
                <a:spcPct val="102000"/>
              </a:lnSpc>
              <a:spcBef>
                <a:spcPts val="1565"/>
              </a:spcBef>
              <a:spcAft>
                <a:spcPts val="0"/>
              </a:spcAft>
              <a:buSzPts val="2000"/>
              <a:buChar char="–"/>
              <a:defRPr sz="2000"/>
            </a:lvl2pPr>
            <a:lvl3pPr marL="1371600" lvl="2" indent="-342900" algn="l">
              <a:lnSpc>
                <a:spcPct val="102000"/>
              </a:lnSpc>
              <a:spcBef>
                <a:spcPts val="125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30200" algn="l">
              <a:lnSpc>
                <a:spcPct val="102000"/>
              </a:lnSpc>
              <a:spcBef>
                <a:spcPts val="940"/>
              </a:spcBef>
              <a:spcAft>
                <a:spcPts val="0"/>
              </a:spcAft>
              <a:buSzPts val="1600"/>
              <a:buChar char="–"/>
              <a:defRPr sz="1600"/>
            </a:lvl4pPr>
            <a:lvl5pPr marL="2286000" lvl="4" indent="-330200" algn="l">
              <a:lnSpc>
                <a:spcPct val="102000"/>
              </a:lnSpc>
              <a:spcBef>
                <a:spcPts val="625"/>
              </a:spcBef>
              <a:spcAft>
                <a:spcPts val="0"/>
              </a:spcAft>
              <a:buSzPts val="1600"/>
              <a:buChar char="»"/>
              <a:defRPr sz="1600"/>
            </a:lvl5pPr>
            <a:lvl6pPr marL="2743200" lvl="5" indent="-228600" algn="l">
              <a:lnSpc>
                <a:spcPct val="102000"/>
              </a:lnSpc>
              <a:spcBef>
                <a:spcPts val="315"/>
              </a:spcBef>
              <a:spcAft>
                <a:spcPts val="0"/>
              </a:spcAft>
              <a:buSzPts val="1400"/>
              <a:buNone/>
              <a:defRPr sz="1600"/>
            </a:lvl6pPr>
            <a:lvl7pPr marL="3200400" lvl="6" indent="-228600" algn="l">
              <a:lnSpc>
                <a:spcPct val="102000"/>
              </a:lnSpc>
              <a:spcBef>
                <a:spcPts val="315"/>
              </a:spcBef>
              <a:spcAft>
                <a:spcPts val="0"/>
              </a:spcAft>
              <a:buSzPts val="1400"/>
              <a:buNone/>
              <a:defRPr sz="1600"/>
            </a:lvl7pPr>
            <a:lvl8pPr marL="3657600" lvl="7" indent="-228600" algn="l">
              <a:lnSpc>
                <a:spcPct val="102000"/>
              </a:lnSpc>
              <a:spcBef>
                <a:spcPts val="315"/>
              </a:spcBef>
              <a:spcAft>
                <a:spcPts val="0"/>
              </a:spcAft>
              <a:buSzPts val="1400"/>
              <a:buNone/>
              <a:defRPr sz="1600"/>
            </a:lvl8pPr>
            <a:lvl9pPr marL="4114800" lvl="8" indent="-228600" algn="l">
              <a:lnSpc>
                <a:spcPct val="102000"/>
              </a:lnSpc>
              <a:spcBef>
                <a:spcPts val="315"/>
              </a:spcBef>
              <a:spcAft>
                <a:spcPts val="315"/>
              </a:spcAft>
              <a:buSzPts val="1400"/>
              <a:buNone/>
              <a:defRPr sz="1600"/>
            </a:lvl9pPr>
          </a:lstStyle>
          <a:p/>
        </p:txBody>
      </p:sp>
      <p:sp>
        <p:nvSpPr>
          <p:cNvPr id="65" name="Google Shape;65;p23"/>
          <p:cNvSpPr txBox="1"/>
          <p:nvPr>
            <p:ph type="dt" idx="10"/>
          </p:nvPr>
        </p:nvSpPr>
        <p:spPr>
          <a:xfrm>
            <a:off x="503237" y="7007225"/>
            <a:ext cx="23495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3"/>
          <p:cNvSpPr txBox="1"/>
          <p:nvPr>
            <p:ph type="sldNum" idx="12"/>
          </p:nvPr>
        </p:nvSpPr>
        <p:spPr>
          <a:xfrm>
            <a:off x="7223125" y="7007225"/>
            <a:ext cx="23495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  <a:defRPr sz="1800" b="0" i="0" u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  <a:defRPr sz="1800" b="0" i="0" u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  <a:defRPr sz="1800" b="0" i="0" u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  <a:defRPr sz="1800" b="0" i="0" u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  <a:defRPr sz="1800" b="0" i="0" u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  <a:defRPr sz="1800" b="0" i="0" u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  <a:defRPr sz="1800" b="0" i="0" u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  <a:defRPr sz="1800" b="0" i="0" u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  <a:defRPr sz="1800" b="0" i="0" u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4"/>
          <p:cNvSpPr txBox="1"/>
          <p:nvPr>
            <p:ph type="title"/>
          </p:nvPr>
        </p:nvSpPr>
        <p:spPr>
          <a:xfrm>
            <a:off x="503237" y="303212"/>
            <a:ext cx="9069387" cy="12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4"/>
          <p:cNvSpPr txBox="1"/>
          <p:nvPr>
            <p:ph type="body" idx="1"/>
          </p:nvPr>
        </p:nvSpPr>
        <p:spPr>
          <a:xfrm>
            <a:off x="503238" y="1768475"/>
            <a:ext cx="4457700" cy="4987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40640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  <a:defRPr sz="2800"/>
            </a:lvl1pPr>
            <a:lvl2pPr marL="914400" lvl="1" indent="-381000" algn="l">
              <a:lnSpc>
                <a:spcPct val="102000"/>
              </a:lnSpc>
              <a:spcBef>
                <a:spcPts val="1565"/>
              </a:spcBef>
              <a:spcAft>
                <a:spcPts val="0"/>
              </a:spcAft>
              <a:buSzPts val="2400"/>
              <a:buChar char="–"/>
              <a:defRPr sz="2400"/>
            </a:lvl2pPr>
            <a:lvl3pPr marL="1371600" lvl="2" indent="-355600" algn="l">
              <a:lnSpc>
                <a:spcPct val="102000"/>
              </a:lnSpc>
              <a:spcBef>
                <a:spcPts val="125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42900" algn="l">
              <a:lnSpc>
                <a:spcPct val="102000"/>
              </a:lnSpc>
              <a:spcBef>
                <a:spcPts val="940"/>
              </a:spcBef>
              <a:spcAft>
                <a:spcPts val="0"/>
              </a:spcAft>
              <a:buSzPts val="1800"/>
              <a:buChar char="–"/>
              <a:defRPr sz="1800"/>
            </a:lvl4pPr>
            <a:lvl5pPr marL="2286000" lvl="4" indent="-342900" algn="l">
              <a:lnSpc>
                <a:spcPct val="102000"/>
              </a:lnSpc>
              <a:spcBef>
                <a:spcPts val="625"/>
              </a:spcBef>
              <a:spcAft>
                <a:spcPts val="0"/>
              </a:spcAft>
              <a:buSzPts val="1800"/>
              <a:buChar char="»"/>
              <a:defRPr sz="1800"/>
            </a:lvl5pPr>
            <a:lvl6pPr marL="2743200" lvl="5" indent="-228600" algn="l">
              <a:lnSpc>
                <a:spcPct val="102000"/>
              </a:lnSpc>
              <a:spcBef>
                <a:spcPts val="315"/>
              </a:spcBef>
              <a:spcAft>
                <a:spcPts val="0"/>
              </a:spcAft>
              <a:buSzPts val="1400"/>
              <a:buNone/>
              <a:defRPr sz="1800"/>
            </a:lvl6pPr>
            <a:lvl7pPr marL="3200400" lvl="6" indent="-228600" algn="l">
              <a:lnSpc>
                <a:spcPct val="102000"/>
              </a:lnSpc>
              <a:spcBef>
                <a:spcPts val="315"/>
              </a:spcBef>
              <a:spcAft>
                <a:spcPts val="0"/>
              </a:spcAft>
              <a:buSzPts val="1400"/>
              <a:buNone/>
              <a:defRPr sz="1800"/>
            </a:lvl7pPr>
            <a:lvl8pPr marL="3657600" lvl="7" indent="-228600" algn="l">
              <a:lnSpc>
                <a:spcPct val="102000"/>
              </a:lnSpc>
              <a:spcBef>
                <a:spcPts val="315"/>
              </a:spcBef>
              <a:spcAft>
                <a:spcPts val="0"/>
              </a:spcAft>
              <a:buSzPts val="1400"/>
              <a:buNone/>
              <a:defRPr sz="1800"/>
            </a:lvl8pPr>
            <a:lvl9pPr marL="4114800" lvl="8" indent="-228600" algn="l">
              <a:lnSpc>
                <a:spcPct val="102000"/>
              </a:lnSpc>
              <a:spcBef>
                <a:spcPts val="315"/>
              </a:spcBef>
              <a:spcAft>
                <a:spcPts val="315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0" name="Google Shape;70;p24"/>
          <p:cNvSpPr txBox="1"/>
          <p:nvPr>
            <p:ph type="body" idx="2"/>
          </p:nvPr>
        </p:nvSpPr>
        <p:spPr>
          <a:xfrm>
            <a:off x="5113338" y="1768475"/>
            <a:ext cx="4459287" cy="4987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40640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  <a:defRPr sz="2800"/>
            </a:lvl1pPr>
            <a:lvl2pPr marL="914400" lvl="1" indent="-381000" algn="l">
              <a:lnSpc>
                <a:spcPct val="102000"/>
              </a:lnSpc>
              <a:spcBef>
                <a:spcPts val="1565"/>
              </a:spcBef>
              <a:spcAft>
                <a:spcPts val="0"/>
              </a:spcAft>
              <a:buSzPts val="2400"/>
              <a:buChar char="–"/>
              <a:defRPr sz="2400"/>
            </a:lvl2pPr>
            <a:lvl3pPr marL="1371600" lvl="2" indent="-355600" algn="l">
              <a:lnSpc>
                <a:spcPct val="102000"/>
              </a:lnSpc>
              <a:spcBef>
                <a:spcPts val="125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42900" algn="l">
              <a:lnSpc>
                <a:spcPct val="102000"/>
              </a:lnSpc>
              <a:spcBef>
                <a:spcPts val="940"/>
              </a:spcBef>
              <a:spcAft>
                <a:spcPts val="0"/>
              </a:spcAft>
              <a:buSzPts val="1800"/>
              <a:buChar char="–"/>
              <a:defRPr sz="1800"/>
            </a:lvl4pPr>
            <a:lvl5pPr marL="2286000" lvl="4" indent="-342900" algn="l">
              <a:lnSpc>
                <a:spcPct val="102000"/>
              </a:lnSpc>
              <a:spcBef>
                <a:spcPts val="625"/>
              </a:spcBef>
              <a:spcAft>
                <a:spcPts val="0"/>
              </a:spcAft>
              <a:buSzPts val="1800"/>
              <a:buChar char="»"/>
              <a:defRPr sz="1800"/>
            </a:lvl5pPr>
            <a:lvl6pPr marL="2743200" lvl="5" indent="-228600" algn="l">
              <a:lnSpc>
                <a:spcPct val="102000"/>
              </a:lnSpc>
              <a:spcBef>
                <a:spcPts val="315"/>
              </a:spcBef>
              <a:spcAft>
                <a:spcPts val="0"/>
              </a:spcAft>
              <a:buSzPts val="1400"/>
              <a:buNone/>
              <a:defRPr sz="1800"/>
            </a:lvl6pPr>
            <a:lvl7pPr marL="3200400" lvl="6" indent="-228600" algn="l">
              <a:lnSpc>
                <a:spcPct val="102000"/>
              </a:lnSpc>
              <a:spcBef>
                <a:spcPts val="315"/>
              </a:spcBef>
              <a:spcAft>
                <a:spcPts val="0"/>
              </a:spcAft>
              <a:buSzPts val="1400"/>
              <a:buNone/>
              <a:defRPr sz="1800"/>
            </a:lvl7pPr>
            <a:lvl8pPr marL="3657600" lvl="7" indent="-228600" algn="l">
              <a:lnSpc>
                <a:spcPct val="102000"/>
              </a:lnSpc>
              <a:spcBef>
                <a:spcPts val="315"/>
              </a:spcBef>
              <a:spcAft>
                <a:spcPts val="0"/>
              </a:spcAft>
              <a:buSzPts val="1400"/>
              <a:buNone/>
              <a:defRPr sz="1800"/>
            </a:lvl8pPr>
            <a:lvl9pPr marL="4114800" lvl="8" indent="-228600" algn="l">
              <a:lnSpc>
                <a:spcPct val="102000"/>
              </a:lnSpc>
              <a:spcBef>
                <a:spcPts val="315"/>
              </a:spcBef>
              <a:spcAft>
                <a:spcPts val="315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1" name="Google Shape;71;p24"/>
          <p:cNvSpPr txBox="1"/>
          <p:nvPr>
            <p:ph type="dt" idx="10"/>
          </p:nvPr>
        </p:nvSpPr>
        <p:spPr>
          <a:xfrm>
            <a:off x="503237" y="7007225"/>
            <a:ext cx="23495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4"/>
          <p:cNvSpPr txBox="1"/>
          <p:nvPr>
            <p:ph type="sldNum" idx="12"/>
          </p:nvPr>
        </p:nvSpPr>
        <p:spPr>
          <a:xfrm>
            <a:off x="7223125" y="7007225"/>
            <a:ext cx="23495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  <a:defRPr sz="1800" b="0" i="0" u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  <a:defRPr sz="1800" b="0" i="0" u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  <a:defRPr sz="1800" b="0" i="0" u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  <a:defRPr sz="1800" b="0" i="0" u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  <a:defRPr sz="1800" b="0" i="0" u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  <a:defRPr sz="1800" b="0" i="0" u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  <a:defRPr sz="1800" b="0" i="0" u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  <a:defRPr sz="1800" b="0" i="0" u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  <a:defRPr sz="1800" b="0" i="0" u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5"/>
          <p:cNvSpPr txBox="1"/>
          <p:nvPr>
            <p:ph type="title"/>
          </p:nvPr>
        </p:nvSpPr>
        <p:spPr>
          <a:xfrm>
            <a:off x="796925" y="4857750"/>
            <a:ext cx="8567738" cy="1501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5"/>
          <p:cNvSpPr txBox="1"/>
          <p:nvPr>
            <p:ph type="body" idx="1"/>
          </p:nvPr>
        </p:nvSpPr>
        <p:spPr>
          <a:xfrm>
            <a:off x="796925" y="3203575"/>
            <a:ext cx="8567738" cy="1654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marL="914400" lvl="1" indent="-228600" algn="l">
              <a:lnSpc>
                <a:spcPct val="102000"/>
              </a:lnSpc>
              <a:spcBef>
                <a:spcPts val="1565"/>
              </a:spcBef>
              <a:spcAft>
                <a:spcPts val="0"/>
              </a:spcAft>
              <a:buSzPts val="1800"/>
              <a:buNone/>
              <a:defRPr sz="1800"/>
            </a:lvl2pPr>
            <a:lvl3pPr marL="1371600" lvl="2" indent="-228600" algn="l">
              <a:lnSpc>
                <a:spcPct val="102000"/>
              </a:lnSpc>
              <a:spcBef>
                <a:spcPts val="125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lnSpc>
                <a:spcPct val="102000"/>
              </a:lnSpc>
              <a:spcBef>
                <a:spcPts val="940"/>
              </a:spcBef>
              <a:spcAft>
                <a:spcPts val="0"/>
              </a:spcAft>
              <a:buSzPts val="1400"/>
              <a:buNone/>
              <a:defRPr sz="1400"/>
            </a:lvl4pPr>
            <a:lvl5pPr marL="2286000" lvl="4" indent="-228600" algn="l">
              <a:lnSpc>
                <a:spcPct val="102000"/>
              </a:lnSpc>
              <a:spcBef>
                <a:spcPts val="625"/>
              </a:spcBef>
              <a:spcAft>
                <a:spcPts val="0"/>
              </a:spcAft>
              <a:buSzPts val="1400"/>
              <a:buNone/>
              <a:defRPr sz="1400"/>
            </a:lvl5pPr>
            <a:lvl6pPr marL="2743200" lvl="5" indent="-228600" algn="l">
              <a:lnSpc>
                <a:spcPct val="102000"/>
              </a:lnSpc>
              <a:spcBef>
                <a:spcPts val="315"/>
              </a:spcBef>
              <a:spcAft>
                <a:spcPts val="0"/>
              </a:spcAft>
              <a:buSzPts val="1400"/>
              <a:buNone/>
              <a:defRPr sz="1400"/>
            </a:lvl6pPr>
            <a:lvl7pPr marL="3200400" lvl="6" indent="-228600" algn="l">
              <a:lnSpc>
                <a:spcPct val="102000"/>
              </a:lnSpc>
              <a:spcBef>
                <a:spcPts val="315"/>
              </a:spcBef>
              <a:spcAft>
                <a:spcPts val="0"/>
              </a:spcAft>
              <a:buSzPts val="1400"/>
              <a:buNone/>
              <a:defRPr sz="1400"/>
            </a:lvl7pPr>
            <a:lvl8pPr marL="3657600" lvl="7" indent="-228600" algn="l">
              <a:lnSpc>
                <a:spcPct val="102000"/>
              </a:lnSpc>
              <a:spcBef>
                <a:spcPts val="315"/>
              </a:spcBef>
              <a:spcAft>
                <a:spcPts val="0"/>
              </a:spcAft>
              <a:buSzPts val="1400"/>
              <a:buNone/>
              <a:defRPr sz="1400"/>
            </a:lvl8pPr>
            <a:lvl9pPr marL="4114800" lvl="8" indent="-228600" algn="l">
              <a:lnSpc>
                <a:spcPct val="102000"/>
              </a:lnSpc>
              <a:spcBef>
                <a:spcPts val="315"/>
              </a:spcBef>
              <a:spcAft>
                <a:spcPts val="315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76" name="Google Shape;76;p25"/>
          <p:cNvSpPr txBox="1"/>
          <p:nvPr>
            <p:ph type="dt" idx="10"/>
          </p:nvPr>
        </p:nvSpPr>
        <p:spPr>
          <a:xfrm>
            <a:off x="503237" y="7007225"/>
            <a:ext cx="23495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type="sldNum" idx="12"/>
          </p:nvPr>
        </p:nvSpPr>
        <p:spPr>
          <a:xfrm>
            <a:off x="7223125" y="7007225"/>
            <a:ext cx="23495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  <a:defRPr sz="1800" b="0" i="0" u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  <a:defRPr sz="1800" b="0" i="0" u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  <a:defRPr sz="1800" b="0" i="0" u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  <a:defRPr sz="1800" b="0" i="0" u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  <a:defRPr sz="1800" b="0" i="0" u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  <a:defRPr sz="1800" b="0" i="0" u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  <a:defRPr sz="1800" b="0" i="0" u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  <a:defRPr sz="1800" b="0" i="0" u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  <a:defRPr sz="1800" b="0" i="0" u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1.pn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3"/>
          <p:cNvPicPr preferRelativeResize="0"/>
          <p:nvPr/>
        </p:nvPicPr>
        <p:blipFill rotWithShape="1">
          <a:blip r:embed="rId13"/>
          <a:srcRect/>
          <a:stretch>
            <a:fillRect/>
          </a:stretch>
        </p:blipFill>
        <p:spPr>
          <a:xfrm>
            <a:off x="0" y="0"/>
            <a:ext cx="10079037" cy="755967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3"/>
          <p:cNvSpPr txBox="1"/>
          <p:nvPr>
            <p:ph type="title"/>
          </p:nvPr>
        </p:nvSpPr>
        <p:spPr>
          <a:xfrm>
            <a:off x="503237" y="303212"/>
            <a:ext cx="9069387" cy="12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R="0" lvl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2" name="Google Shape;12;p13"/>
          <p:cNvSpPr txBox="1"/>
          <p:nvPr>
            <p:ph type="dt" idx="10"/>
          </p:nvPr>
        </p:nvSpPr>
        <p:spPr>
          <a:xfrm>
            <a:off x="503237" y="7007225"/>
            <a:ext cx="23495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3" name="Google Shape;13;p13"/>
          <p:cNvSpPr txBox="1"/>
          <p:nvPr/>
        </p:nvSpPr>
        <p:spPr>
          <a:xfrm>
            <a:off x="3443287" y="7007225"/>
            <a:ext cx="3190875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4" name="Google Shape;14;p13"/>
          <p:cNvSpPr txBox="1"/>
          <p:nvPr>
            <p:ph type="sldNum" idx="12"/>
          </p:nvPr>
        </p:nvSpPr>
        <p:spPr>
          <a:xfrm>
            <a:off x="7223125" y="7007225"/>
            <a:ext cx="23495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  <a:defRPr sz="1800" b="0" i="0" u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  <a:defRPr sz="1800" b="0" i="0" u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  <a:defRPr sz="1800" b="0" i="0" u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  <a:defRPr sz="1800" b="0" i="0" u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  <a:defRPr sz="1800" b="0" i="0" u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  <a:defRPr sz="1800" b="0" i="0" u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  <a:defRPr sz="1800" b="0" i="0" u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  <a:defRPr sz="1800" b="0" i="0" u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  <a:defRPr sz="1800" b="0" i="0" u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sz="140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5" name="Google Shape;15;p13"/>
          <p:cNvSpPr txBox="1"/>
          <p:nvPr>
            <p:ph type="body" idx="1"/>
          </p:nvPr>
        </p:nvSpPr>
        <p:spPr>
          <a:xfrm>
            <a:off x="503237" y="1768475"/>
            <a:ext cx="9069387" cy="4987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45085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Times New Roman" panose="02020603050405020304"/>
              <a:buChar char="•"/>
              <a:defRPr sz="35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0050" algn="l" rtl="0">
              <a:lnSpc>
                <a:spcPct val="102000"/>
              </a:lnSpc>
              <a:spcBef>
                <a:spcPts val="1565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Times New Roman" panose="02020603050405020304"/>
              <a:buChar char="–"/>
              <a:defRPr sz="27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68300" algn="l" rtl="0">
              <a:lnSpc>
                <a:spcPct val="102000"/>
              </a:lnSpc>
              <a:spcBef>
                <a:spcPts val="125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 panose="02020603050405020304"/>
              <a:buChar char="•"/>
              <a:defRPr sz="22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68300" algn="l" rtl="0">
              <a:lnSpc>
                <a:spcPct val="102000"/>
              </a:lnSpc>
              <a:spcBef>
                <a:spcPts val="94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 panose="02020603050405020304"/>
              <a:buChar char="–"/>
              <a:defRPr sz="22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68300" algn="l" rtl="0">
              <a:lnSpc>
                <a:spcPct val="102000"/>
              </a:lnSpc>
              <a:spcBef>
                <a:spcPts val="625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 panose="02020603050405020304"/>
              <a:buChar char="»"/>
              <a:defRPr sz="22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lnSpc>
                <a:spcPct val="102000"/>
              </a:lnSpc>
              <a:spcBef>
                <a:spcPts val="315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lnSpc>
                <a:spcPct val="102000"/>
              </a:lnSpc>
              <a:spcBef>
                <a:spcPts val="315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lnSpc>
                <a:spcPct val="102000"/>
              </a:lnSpc>
              <a:spcBef>
                <a:spcPts val="315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lnSpc>
                <a:spcPct val="102000"/>
              </a:lnSpc>
              <a:spcBef>
                <a:spcPts val="315"/>
              </a:spcBef>
              <a:spcAft>
                <a:spcPts val="315"/>
              </a:spcAft>
              <a:buSzPts val="1400"/>
              <a:buNone/>
              <a:defRPr sz="22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"/>
          <p:cNvSpPr txBox="1"/>
          <p:nvPr/>
        </p:nvSpPr>
        <p:spPr>
          <a:xfrm>
            <a:off x="92075" y="1189037"/>
            <a:ext cx="9988550" cy="51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 panose="020B0604020202020204"/>
              <a:buNone/>
            </a:pPr>
            <a:endParaRPr sz="2400" b="0" i="0" u="none">
              <a:solidFill>
                <a:srgbClr val="40404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 panose="020B0604020202020204"/>
              <a:buNone/>
            </a:pPr>
            <a:endParaRPr sz="2400" b="0" i="0" u="none">
              <a:solidFill>
                <a:srgbClr val="40404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40404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84" name="Google Shape;84;p1"/>
          <p:cNvSpPr txBox="1"/>
          <p:nvPr>
            <p:ph type="ctrTitle"/>
          </p:nvPr>
        </p:nvSpPr>
        <p:spPr>
          <a:xfrm>
            <a:off x="801687" y="3170237"/>
            <a:ext cx="8569325" cy="1620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lvl="0" indent="0" algn="ctr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</a:pPr>
            <a:r>
              <a:rPr lang="en-US" sz="7200" b="1" i="0" u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FUNCTIONS</a:t>
            </a:r>
            <a:endParaRPr lang="en-US" sz="7200" b="1" i="0" u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body" idx="1"/>
          </p:nvPr>
        </p:nvSpPr>
        <p:spPr>
          <a:xfrm>
            <a:off x="503237" y="1768475"/>
            <a:ext cx="9069387" cy="4987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Times New Roman" panose="02020603050405020304"/>
              <a:buChar char="•"/>
            </a:pPr>
            <a:r>
              <a:rPr lang="en-US" sz="3500" b="0" i="0" u="none" strike="noStrike" cap="non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a block of code </a:t>
            </a:r>
            <a:endParaRPr lang="en-US" sz="3500" b="0" i="0" u="none" strike="noStrike" cap="none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  <a:sym typeface="Verdana" panose="020B0604030504040204"/>
            </a:endParaRPr>
          </a:p>
          <a:p>
            <a:pPr marL="342900" marR="0" lvl="0" indent="-342900" algn="l" rtl="0">
              <a:lnSpc>
                <a:spcPct val="102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Times New Roman" panose="02020603050405020304"/>
              <a:buChar char="•"/>
            </a:pPr>
            <a:r>
              <a:rPr lang="en-US" sz="3500" b="0" i="0" u="none" strike="noStrike" cap="non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only runs when it is called</a:t>
            </a:r>
            <a:endParaRPr lang="en-US" sz="3500" b="0" i="0" u="none" strike="noStrike" cap="none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  <a:sym typeface="Verdana" panose="020B0604030504040204"/>
            </a:endParaRPr>
          </a:p>
          <a:p>
            <a:pPr marL="342900" marR="0" lvl="0" indent="-342900" algn="l" rtl="0">
              <a:lnSpc>
                <a:spcPct val="102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Times New Roman" panose="02020603050405020304"/>
              <a:buChar char="•"/>
            </a:pPr>
            <a:r>
              <a:rPr lang="en-US" sz="3500" b="0" i="0" u="none" strike="noStrike" cap="non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Pass data</a:t>
            </a:r>
            <a:endParaRPr lang="en-US" sz="3500" b="0" i="0" u="none" strike="noStrike" cap="none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  <a:sym typeface="Verdana" panose="020B0604030504040204"/>
            </a:endParaRPr>
          </a:p>
          <a:p>
            <a:pPr marL="342900" marR="0" lvl="0" indent="-342900" algn="l" rtl="0">
              <a:lnSpc>
                <a:spcPct val="102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Times New Roman" panose="02020603050405020304"/>
              <a:buChar char="•"/>
            </a:pPr>
            <a:r>
              <a:rPr lang="en-US" sz="3500" b="0" i="0" u="none" strike="noStrike" cap="non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return data as a result</a:t>
            </a:r>
            <a:endParaRPr lang="en-US" sz="3500" b="0" i="0" u="none" strike="noStrike" cap="none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  <a:sym typeface="Verdana" panose="020B060403050404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"/>
          <p:cNvSpPr txBox="1"/>
          <p:nvPr>
            <p:ph type="title"/>
          </p:nvPr>
        </p:nvSpPr>
        <p:spPr>
          <a:xfrm>
            <a:off x="503237" y="303212"/>
            <a:ext cx="9069387" cy="12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br>
              <a:rPr lang="en-US" sz="2200" b="0" i="0" u="none">
                <a:solidFill>
                  <a:srgbClr val="000000"/>
                </a:solidFill>
                <a:latin typeface="Quattrocento Sans" panose="020B0502050000020003"/>
                <a:ea typeface="Quattrocento Sans" panose="020B0502050000020003"/>
                <a:cs typeface="Quattrocento Sans" panose="020B0502050000020003"/>
                <a:sym typeface="Quattrocento Sans" panose="020B0502050000020003"/>
              </a:rPr>
            </a:br>
            <a:endParaRPr lang="en-US" sz="2200" b="0" i="0" u="none">
              <a:solidFill>
                <a:srgbClr val="000000"/>
              </a:solidFill>
              <a:latin typeface="Quattrocento Sans" panose="020B0502050000020003"/>
              <a:ea typeface="Quattrocento Sans" panose="020B0502050000020003"/>
              <a:cs typeface="Quattrocento Sans" panose="020B0502050000020003"/>
              <a:sym typeface="Quattrocento Sans" panose="020B0502050000020003"/>
            </a:endParaRPr>
          </a:p>
        </p:txBody>
      </p:sp>
      <p:sp>
        <p:nvSpPr>
          <p:cNvPr id="96" name="Google Shape;96;p3"/>
          <p:cNvSpPr txBox="1"/>
          <p:nvPr>
            <p:ph type="body" idx="1"/>
          </p:nvPr>
        </p:nvSpPr>
        <p:spPr>
          <a:xfrm>
            <a:off x="503237" y="1189037"/>
            <a:ext cx="9069387" cy="556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•"/>
            </a:pPr>
            <a:r>
              <a:rPr lang="en-US" sz="20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Creating a Function</a:t>
            </a:r>
            <a:endParaRPr sz="2000" b="0" i="0" u="none" strike="noStrike" cap="none">
              <a:solidFill>
                <a:srgbClr val="DC143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742950" marR="0" lvl="1" indent="-285750" algn="l" rtl="0">
              <a:lnSpc>
                <a:spcPct val="102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•"/>
            </a:pPr>
            <a:r>
              <a:rPr lang="en-US" sz="2000" b="0" i="0" u="none" strike="noStrike" cap="none">
                <a:solidFill>
                  <a:srgbClr val="DC14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def</a:t>
            </a:r>
            <a:r>
              <a:rPr lang="en-US" sz="20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 keyword</a:t>
            </a:r>
            <a:endParaRPr lang="en-US" sz="20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marR="0" lvl="0" indent="-342900" algn="l" rtl="0">
              <a:lnSpc>
                <a:spcPct val="102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•"/>
            </a:pPr>
            <a:r>
              <a:rPr lang="en-US" sz="20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Calling a Function</a:t>
            </a:r>
            <a:endParaRPr lang="en-US" sz="20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742950" marR="0" lvl="1" indent="-285750" algn="l" rtl="0">
              <a:lnSpc>
                <a:spcPct val="102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•"/>
            </a:pPr>
            <a:r>
              <a:rPr lang="en-US" sz="20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function name followed by parenthesis</a:t>
            </a:r>
            <a:endParaRPr lang="en-US" sz="20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marR="0" lvl="0" indent="-342900" algn="l" rtl="0">
              <a:lnSpc>
                <a:spcPct val="102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•"/>
            </a:pPr>
            <a:r>
              <a:rPr lang="en-US" sz="20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Arguments</a:t>
            </a:r>
            <a:endParaRPr lang="en-US" sz="20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742950" marR="0" lvl="1" indent="-285750" algn="l" rtl="0">
              <a:lnSpc>
                <a:spcPct val="102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•"/>
            </a:pPr>
            <a:r>
              <a:rPr lang="en-US" sz="20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Information can be passed into functions</a:t>
            </a:r>
            <a:endParaRPr lang="en-US" sz="20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742950" marR="0" lvl="1" indent="-285750" algn="l" rtl="0">
              <a:lnSpc>
                <a:spcPct val="102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•"/>
            </a:pPr>
            <a:r>
              <a:rPr lang="en-US" sz="20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shortened to </a:t>
            </a:r>
            <a:r>
              <a:rPr lang="en-US" sz="2000" b="0" i="1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args</a:t>
            </a:r>
            <a:endParaRPr lang="en-US" sz="2000" b="0" i="1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marR="0" lvl="0" indent="-342900" algn="l" rtl="0">
              <a:lnSpc>
                <a:spcPct val="102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•"/>
            </a:pPr>
            <a:r>
              <a:rPr lang="en-US" sz="20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Parameters </a:t>
            </a:r>
            <a:endParaRPr lang="en-US" sz="20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742950" marR="0" lvl="1" indent="-285750" algn="l" rtl="0">
              <a:lnSpc>
                <a:spcPct val="102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•"/>
            </a:pPr>
            <a:r>
              <a:rPr lang="en-US" sz="20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variable listed inside the function definition</a:t>
            </a:r>
            <a:endParaRPr lang="en-US" sz="20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marR="0" lvl="0" indent="-342900" algn="l" rtl="0">
              <a:lnSpc>
                <a:spcPct val="102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•"/>
            </a:pPr>
            <a:r>
              <a:rPr lang="en-US" sz="20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Parameters v/s Arguments</a:t>
            </a:r>
            <a:endParaRPr lang="en-US" sz="20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742950" marR="0" lvl="1" indent="-285750" algn="l" rtl="0">
              <a:lnSpc>
                <a:spcPct val="102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•"/>
            </a:pPr>
            <a:r>
              <a:rPr lang="en-US" sz="20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information that are passed into a function.</a:t>
            </a:r>
            <a:endParaRPr lang="en-US" sz="20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marR="0" lvl="0" indent="-215900" algn="l" rtl="0">
              <a:lnSpc>
                <a:spcPct val="102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endParaRPr sz="20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marR="0" lvl="0" indent="-215900" algn="l" rtl="0">
              <a:lnSpc>
                <a:spcPct val="102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endParaRPr sz="20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marR="0" lvl="0" indent="-215900" algn="l" rtl="0">
              <a:lnSpc>
                <a:spcPct val="102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 panose="02020603050405020304"/>
              <a:buNone/>
            </a:pPr>
            <a:endParaRPr sz="2000" b="0" i="0" u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"/>
          <p:cNvSpPr txBox="1"/>
          <p:nvPr>
            <p:ph type="title"/>
          </p:nvPr>
        </p:nvSpPr>
        <p:spPr>
          <a:xfrm>
            <a:off x="503237" y="303212"/>
            <a:ext cx="9069387" cy="12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br>
              <a:rPr lang="en-US" sz="2200" b="0" i="0" u="none">
                <a:solidFill>
                  <a:srgbClr val="000000"/>
                </a:solidFill>
                <a:latin typeface="Quattrocento Sans" panose="020B0502050000020003"/>
                <a:ea typeface="Quattrocento Sans" panose="020B0502050000020003"/>
                <a:cs typeface="Quattrocento Sans" panose="020B0502050000020003"/>
                <a:sym typeface="Quattrocento Sans" panose="020B0502050000020003"/>
              </a:rPr>
            </a:br>
            <a:endParaRPr lang="en-US" sz="2200" b="0" i="0" u="none">
              <a:solidFill>
                <a:srgbClr val="000000"/>
              </a:solidFill>
              <a:latin typeface="Quattrocento Sans" panose="020B0502050000020003"/>
              <a:ea typeface="Quattrocento Sans" panose="020B0502050000020003"/>
              <a:cs typeface="Quattrocento Sans" panose="020B0502050000020003"/>
              <a:sym typeface="Quattrocento Sans" panose="020B0502050000020003"/>
            </a:endParaRPr>
          </a:p>
        </p:txBody>
      </p:sp>
      <p:sp>
        <p:nvSpPr>
          <p:cNvPr id="114" name="Google Shape;114;p6"/>
          <p:cNvSpPr txBox="1"/>
          <p:nvPr>
            <p:ph type="body" idx="1"/>
          </p:nvPr>
        </p:nvSpPr>
        <p:spPr>
          <a:xfrm>
            <a:off x="503237" y="1768475"/>
            <a:ext cx="9069387" cy="4987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Times New Roman" panose="02020603050405020304"/>
              <a:buChar char="•"/>
            </a:pPr>
            <a:r>
              <a:rPr lang="en-US" sz="3500" b="0" i="0" u="none">
                <a:solidFill>
                  <a:srgbClr val="000000"/>
                </a:solidFill>
                <a:latin typeface="Quattrocento Sans" panose="020B0502050000020003"/>
                <a:ea typeface="Quattrocento Sans" panose="020B0502050000020003"/>
                <a:cs typeface="Quattrocento Sans" panose="020B0502050000020003"/>
                <a:sym typeface="Quattrocento Sans" panose="020B0502050000020003"/>
              </a:rPr>
              <a:t>Recursion</a:t>
            </a:r>
            <a:endParaRPr lang="en-US" sz="3500" b="0" i="0" u="none">
              <a:solidFill>
                <a:srgbClr val="000000"/>
              </a:solidFill>
              <a:latin typeface="Quattrocento Sans" panose="020B0502050000020003"/>
              <a:ea typeface="Quattrocento Sans" panose="020B0502050000020003"/>
              <a:cs typeface="Quattrocento Sans" panose="020B0502050000020003"/>
              <a:sym typeface="Quattrocento Sans" panose="020B0502050000020003"/>
            </a:endParaRPr>
          </a:p>
          <a:p>
            <a:pPr marL="342900" marR="0" lvl="0" indent="-342900" algn="l" rtl="0">
              <a:lnSpc>
                <a:spcPct val="102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Times New Roman" panose="02020603050405020304"/>
              <a:buChar char="•"/>
            </a:pPr>
            <a:r>
              <a:rPr lang="en-US" sz="3500" b="0" i="0" u="non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function can call itself.</a:t>
            </a:r>
            <a:endParaRPr lang="en-US" sz="3500" b="0" i="0" u="none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  <a:sym typeface="Verdana" panose="020B060403050404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"/>
          <p:cNvSpPr txBox="1"/>
          <p:nvPr>
            <p:ph type="title"/>
          </p:nvPr>
        </p:nvSpPr>
        <p:spPr>
          <a:xfrm>
            <a:off x="503237" y="303212"/>
            <a:ext cx="9069387" cy="12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 sz="2200" b="0" i="0" u="none">
                <a:solidFill>
                  <a:srgbClr val="000000"/>
                </a:solidFill>
                <a:latin typeface="Quattrocento Sans" panose="020B0502050000020003"/>
                <a:ea typeface="Quattrocento Sans" panose="020B0502050000020003"/>
                <a:cs typeface="Quattrocento Sans" panose="020B0502050000020003"/>
                <a:sym typeface="Quattrocento Sans" panose="020B0502050000020003"/>
              </a:rPr>
              <a:t>Python Scope</a:t>
            </a:r>
            <a:br>
              <a:rPr lang="en-US" sz="2200" b="0" i="0" u="none">
                <a:solidFill>
                  <a:srgbClr val="000000"/>
                </a:solidFill>
                <a:latin typeface="Quattrocento Sans" panose="020B0502050000020003"/>
                <a:ea typeface="Quattrocento Sans" panose="020B0502050000020003"/>
                <a:cs typeface="Quattrocento Sans" panose="020B0502050000020003"/>
                <a:sym typeface="Quattrocento Sans" panose="020B0502050000020003"/>
              </a:rPr>
            </a:br>
            <a:endParaRPr lang="en-US" sz="2200" b="0" i="0" u="none">
              <a:solidFill>
                <a:srgbClr val="000000"/>
              </a:solidFill>
              <a:latin typeface="Quattrocento Sans" panose="020B0502050000020003"/>
              <a:ea typeface="Quattrocento Sans" panose="020B0502050000020003"/>
              <a:cs typeface="Quattrocento Sans" panose="020B0502050000020003"/>
              <a:sym typeface="Quattrocento Sans" panose="020B0502050000020003"/>
            </a:endParaRPr>
          </a:p>
        </p:txBody>
      </p:sp>
      <p:sp>
        <p:nvSpPr>
          <p:cNvPr id="120" name="Google Shape;120;p7"/>
          <p:cNvSpPr txBox="1"/>
          <p:nvPr>
            <p:ph type="body" idx="1"/>
          </p:nvPr>
        </p:nvSpPr>
        <p:spPr>
          <a:xfrm>
            <a:off x="503237" y="1265237"/>
            <a:ext cx="9069387" cy="5491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•"/>
            </a:pPr>
            <a:r>
              <a:rPr lang="en-US" sz="20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 variable is only available from inside the region it is created. </a:t>
            </a:r>
            <a:endParaRPr lang="en-US" sz="2000" b="0" i="0" u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marR="0" lvl="0" indent="-342900" algn="l" rtl="0">
              <a:lnSpc>
                <a:spcPct val="102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•"/>
            </a:pPr>
            <a:r>
              <a:rPr lang="en-US" sz="20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Local Scope</a:t>
            </a:r>
            <a:endParaRPr lang="en-US" sz="2000" b="0" i="0" u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742950" marR="0" lvl="1" indent="-285750" algn="l" rtl="0">
              <a:lnSpc>
                <a:spcPct val="102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•"/>
            </a:pPr>
            <a:r>
              <a:rPr lang="en-US" sz="20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 variable created inside a function belongs to the </a:t>
            </a:r>
            <a:r>
              <a:rPr lang="en-US" sz="2000" b="0" i="1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local scope</a:t>
            </a:r>
            <a:r>
              <a:rPr lang="en-US" sz="20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 of that function</a:t>
            </a:r>
            <a:endParaRPr lang="en-US" sz="20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marR="0" lvl="0" indent="-342900" algn="l" rtl="0">
              <a:lnSpc>
                <a:spcPct val="102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•"/>
            </a:pPr>
            <a:r>
              <a:rPr lang="en-US" sz="20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Function Inside Function</a:t>
            </a:r>
            <a:endParaRPr lang="en-US" sz="2000" b="0" i="0" u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742950" marR="0" lvl="1" indent="-285750" algn="l" rtl="0">
              <a:lnSpc>
                <a:spcPct val="102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•"/>
            </a:pPr>
            <a:r>
              <a:rPr lang="en-US" sz="20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it is available for any function inside the function</a:t>
            </a:r>
            <a:endParaRPr lang="en-US" sz="20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marR="0" lvl="0" indent="-342900" algn="l" rtl="0">
              <a:lnSpc>
                <a:spcPct val="102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•"/>
            </a:pPr>
            <a:r>
              <a:rPr lang="en-US" sz="20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Global Scope</a:t>
            </a:r>
            <a:endParaRPr lang="en-US" sz="2000" b="0" i="0" u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742950" marR="0" lvl="1" indent="-285750" algn="l" rtl="0">
              <a:lnSpc>
                <a:spcPct val="102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•"/>
            </a:pPr>
            <a:r>
              <a:rPr lang="en-US" sz="20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Global variables are available from within any scope, global and local.</a:t>
            </a:r>
            <a:endParaRPr lang="en-US" sz="20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marR="0" lvl="0" indent="-342900" algn="l" rtl="0">
              <a:lnSpc>
                <a:spcPct val="102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•"/>
            </a:pPr>
            <a:r>
              <a:rPr lang="en-US" sz="20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Naming Variables</a:t>
            </a:r>
            <a:endParaRPr lang="en-US" sz="2000" b="0" i="0" u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742950" marR="0" lvl="1" indent="-285750" algn="l" rtl="0">
              <a:lnSpc>
                <a:spcPct val="102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•"/>
            </a:pPr>
            <a:r>
              <a:rPr lang="en-US" sz="20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treat them as two separate variables,</a:t>
            </a:r>
            <a:endParaRPr lang="en-US" sz="20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•"/>
            </a:pPr>
            <a:r>
              <a:rPr lang="en-US" sz="20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Global Keyword</a:t>
            </a:r>
            <a:endParaRPr sz="2000" b="0" i="0" u="none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•"/>
            </a:pPr>
            <a:r>
              <a:rPr lang="en-US" sz="20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The </a:t>
            </a:r>
            <a:r>
              <a:rPr lang="en-US" sz="2000" b="0" i="0" u="none" strike="noStrike" cap="none">
                <a:solidFill>
                  <a:srgbClr val="DC14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global</a:t>
            </a:r>
            <a:r>
              <a:rPr lang="en-US" sz="20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 keyword makes the variable global.</a:t>
            </a:r>
            <a:endParaRPr lang="en-US" sz="20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•"/>
            </a:pPr>
            <a:r>
              <a:rPr lang="en-US" sz="20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make a change to a global variable inside a function</a:t>
            </a:r>
            <a:endParaRPr sz="2000" b="0" i="0" u="none" strike="noStrike" cap="none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marR="0" lvl="0" indent="-21590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endParaRPr sz="2000" b="0" i="0" u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marR="0" lvl="0" indent="-215900" algn="l" rtl="0">
              <a:lnSpc>
                <a:spcPct val="102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endParaRPr sz="2000" b="0" i="0" u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marR="0" lvl="0" indent="-215900" algn="l" rtl="0">
              <a:lnSpc>
                <a:spcPct val="102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 panose="02020603050405020304"/>
              <a:buNone/>
            </a:pPr>
            <a:endParaRPr sz="2000" b="0" i="0" u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9"/>
          <p:cNvSpPr txBox="1"/>
          <p:nvPr>
            <p:ph type="title"/>
          </p:nvPr>
        </p:nvSpPr>
        <p:spPr>
          <a:xfrm>
            <a:off x="503237" y="303212"/>
            <a:ext cx="9069387" cy="12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 sz="2200" b="0" i="0" u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lambda</a:t>
            </a:r>
            <a:endParaRPr lang="en-US" sz="2200" b="0" i="0" u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2" name="Google Shape;132;p9"/>
          <p:cNvSpPr txBox="1"/>
          <p:nvPr>
            <p:ph type="body" idx="1"/>
          </p:nvPr>
        </p:nvSpPr>
        <p:spPr>
          <a:xfrm>
            <a:off x="503237" y="1768475"/>
            <a:ext cx="9069387" cy="4987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Char char="•"/>
            </a:pPr>
            <a:r>
              <a:rPr lang="en-US" sz="24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anonymous function.</a:t>
            </a:r>
            <a:endParaRPr sz="2400" b="0" i="0" u="none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Char char="•"/>
            </a:pPr>
            <a:r>
              <a:rPr lang="en-US" sz="24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can take any number of arguments, but can only have one expression.</a:t>
            </a:r>
            <a:endParaRPr lang="en-US" sz="2400" b="0" i="0" u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Char char="•"/>
            </a:pPr>
            <a:r>
              <a:rPr lang="en-US" sz="24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Syntax</a:t>
            </a:r>
            <a:endParaRPr lang="en-US" sz="2400" b="0" i="0" u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Char char="•"/>
            </a:pPr>
            <a:r>
              <a:rPr lang="en-US" sz="24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lambda </a:t>
            </a:r>
            <a:r>
              <a:rPr lang="en-US" sz="2400" b="0" i="1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arguments </a:t>
            </a:r>
            <a:r>
              <a:rPr lang="en-US" sz="24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 </a:t>
            </a:r>
            <a:r>
              <a:rPr lang="en-US" sz="2400" b="0" i="1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expression</a:t>
            </a:r>
            <a:endParaRPr lang="en-US" sz="2400" b="0" i="1" u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marR="0" lvl="0" indent="-190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None/>
            </a:pPr>
            <a:endParaRPr sz="2400" b="0" i="0" u="none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marR="0" lvl="0" indent="-19050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 panose="02020603050405020304"/>
              <a:buNone/>
            </a:pPr>
            <a:endParaRPr sz="2400" b="0" i="0" u="none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0"/>
          <p:cNvSpPr txBox="1"/>
          <p:nvPr>
            <p:ph type="title"/>
          </p:nvPr>
        </p:nvSpPr>
        <p:spPr>
          <a:xfrm>
            <a:off x="503237" y="303212"/>
            <a:ext cx="9069387" cy="12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 sz="2200" b="0" i="0" u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Filter function</a:t>
            </a:r>
            <a:endParaRPr lang="en-US" sz="2200" b="0" i="0" u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8" name="Google Shape;138;p10"/>
          <p:cNvSpPr txBox="1"/>
          <p:nvPr>
            <p:ph type="body" idx="1"/>
          </p:nvPr>
        </p:nvSpPr>
        <p:spPr>
          <a:xfrm>
            <a:off x="503237" y="1768475"/>
            <a:ext cx="9069387" cy="4987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 panose="02020603050405020304"/>
              <a:buChar char="•"/>
            </a:pPr>
            <a:r>
              <a:rPr lang="en-US" sz="2400" b="0" i="0" u="none">
                <a:solidFill>
                  <a:srgbClr val="25265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The filter() function extracts elements from an iterable for which a function returns True.</a:t>
            </a:r>
            <a:r>
              <a:rPr lang="en-US" sz="2400" b="0" i="0" u="none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endParaRPr lang="en-US" sz="2400" b="0" i="0" u="none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marR="0" lvl="0" indent="-190500" algn="l" rtl="0">
              <a:lnSpc>
                <a:spcPct val="102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 panose="02020603050405020304"/>
              <a:buNone/>
            </a:pPr>
            <a:endParaRPr sz="2400" b="0" i="0" u="none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1"/>
          <p:cNvSpPr txBox="1"/>
          <p:nvPr>
            <p:ph type="title"/>
          </p:nvPr>
        </p:nvSpPr>
        <p:spPr>
          <a:xfrm>
            <a:off x="503237" y="303212"/>
            <a:ext cx="9069387" cy="12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 sz="2200" b="0" i="0" u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Map function</a:t>
            </a:r>
            <a:endParaRPr lang="en-US" sz="2200" b="0" i="0" u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4" name="Google Shape;144;p11"/>
          <p:cNvSpPr txBox="1"/>
          <p:nvPr>
            <p:ph type="body" idx="1"/>
          </p:nvPr>
        </p:nvSpPr>
        <p:spPr>
          <a:xfrm>
            <a:off x="503237" y="1768475"/>
            <a:ext cx="9069387" cy="4987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 panose="02020603050405020304"/>
              <a:buChar char="•"/>
            </a:pPr>
            <a:r>
              <a:rPr lang="en-US" sz="2400" b="0" i="0" u="none">
                <a:solidFill>
                  <a:srgbClr val="25265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The map() function applies a given function to each item of an iterable and returns an iterator.</a:t>
            </a:r>
            <a:r>
              <a:rPr lang="en-US" sz="2400" b="0" i="0" u="none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endParaRPr lang="en-US" sz="2400" b="0" i="0" u="none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marR="0" lvl="0" indent="-190500" algn="l" rtl="0">
              <a:lnSpc>
                <a:spcPct val="102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 panose="02020603050405020304"/>
              <a:buNone/>
            </a:pPr>
            <a:endParaRPr sz="2400" b="0" i="0" u="none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2"/>
          <p:cNvSpPr txBox="1"/>
          <p:nvPr>
            <p:ph type="title"/>
          </p:nvPr>
        </p:nvSpPr>
        <p:spPr>
          <a:xfrm>
            <a:off x="503237" y="303212"/>
            <a:ext cx="9069387" cy="12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 sz="2200" b="0" i="0" u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Reduce function</a:t>
            </a:r>
            <a:endParaRPr lang="en-US" sz="2200" b="0" i="0" u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0" name="Google Shape;150;p12"/>
          <p:cNvSpPr txBox="1"/>
          <p:nvPr>
            <p:ph type="body" idx="1"/>
          </p:nvPr>
        </p:nvSpPr>
        <p:spPr>
          <a:xfrm>
            <a:off x="503237" y="1768475"/>
            <a:ext cx="9069387" cy="4987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 panose="02020603050405020304"/>
              <a:buChar char="•"/>
            </a:pPr>
            <a:r>
              <a:rPr lang="en-US" sz="2400" b="0" i="0" u="none">
                <a:solidFill>
                  <a:srgbClr val="27323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The reduce(fun,seq) function is used to apply a particular function passed in its argument to all of the list elements mentioned in the sequence passed along.</a:t>
            </a:r>
            <a:endParaRPr lang="en-US" sz="2400" b="0" i="0" u="none">
              <a:solidFill>
                <a:srgbClr val="273239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marR="0" lvl="0" indent="-342900" algn="l" rtl="0">
              <a:lnSpc>
                <a:spcPct val="102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 panose="02020603050405020304"/>
              <a:buChar char="•"/>
            </a:pPr>
            <a:r>
              <a:rPr lang="en-US" sz="2400" b="0" i="0" u="none">
                <a:solidFill>
                  <a:srgbClr val="27323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This function is defined in “functools” module</a:t>
            </a:r>
            <a:r>
              <a:rPr lang="en-US" sz="3500" b="0" i="0" u="none">
                <a:solidFill>
                  <a:srgbClr val="27323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.</a:t>
            </a:r>
            <a:endParaRPr lang="en-US" sz="3500" b="0" i="0" u="none">
              <a:solidFill>
                <a:srgbClr val="27323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1454</Words>
  <Application>WPS Presentation</Application>
  <PresentationFormat/>
  <Paragraphs>74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2" baseType="lpstr">
      <vt:lpstr>Arial</vt:lpstr>
      <vt:lpstr>SimSun</vt:lpstr>
      <vt:lpstr>Wingdings</vt:lpstr>
      <vt:lpstr>Arial</vt:lpstr>
      <vt:lpstr>Calibri</vt:lpstr>
      <vt:lpstr>Times New Roman</vt:lpstr>
      <vt:lpstr>Verdana</vt:lpstr>
      <vt:lpstr>Quattrocento Sans</vt:lpstr>
      <vt:lpstr>Consolas</vt:lpstr>
      <vt:lpstr>Rokkitt</vt:lpstr>
      <vt:lpstr>Microsoft YaHei</vt:lpstr>
      <vt:lpstr>Arial Unicode MS</vt:lpstr>
      <vt:lpstr>1_Office Theme</vt:lpstr>
      <vt:lpstr>FUNCTIONS</vt:lpstr>
      <vt:lpstr>PowerPoint 演示文稿</vt:lpstr>
      <vt:lpstr> </vt:lpstr>
      <vt:lpstr> </vt:lpstr>
      <vt:lpstr>Python Scope </vt:lpstr>
      <vt:lpstr>lambda</vt:lpstr>
      <vt:lpstr>Filter function</vt:lpstr>
      <vt:lpstr>Map function</vt:lpstr>
      <vt:lpstr>Reduce function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FUNCTIONS</dc:title>
  <dc:creator>BIMAL VIJAY</dc:creator>
  <cp:lastModifiedBy>sneha</cp:lastModifiedBy>
  <cp:revision>2</cp:revision>
  <dcterms:created xsi:type="dcterms:W3CDTF">2025-10-28T16:25:55Z</dcterms:created>
  <dcterms:modified xsi:type="dcterms:W3CDTF">2025-10-28T16:27:30Z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803A805ABAC140D8BA9E4001FC731339_12</vt:lpwstr>
  </property>
  <property fmtid="{D5CDD505-2E9C-101B-9397-08002B2CF9AE}" pid="3" name="KSOProductBuildVer">
    <vt:lpwstr>1033-12.2.0.23131</vt:lpwstr>
  </property>
</Properties>
</file>